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A"/>
    <a:srgbClr val="FAFAFC"/>
    <a:srgbClr val="6B26DB"/>
    <a:srgbClr val="030540"/>
    <a:srgbClr val="1E645A"/>
    <a:srgbClr val="EE4C59"/>
    <a:srgbClr val="0275B6"/>
    <a:srgbClr val="036686"/>
    <a:srgbClr val="260556"/>
    <a:srgbClr val="030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75" y="41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2" y="468545"/>
            <a:ext cx="8035608" cy="1450537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29" y="2167131"/>
            <a:ext cx="6960442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1" y="141397"/>
            <a:ext cx="1115799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1" y="1672552"/>
            <a:ext cx="9306047" cy="44782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DB01-98A0-1126-BAEF-EDFAD9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FD188264-A421-AAAD-3562-A6C78C240A6C}"/>
              </a:ext>
            </a:extLst>
          </p:cNvPr>
          <p:cNvSpPr/>
          <p:nvPr/>
        </p:nvSpPr>
        <p:spPr>
          <a:xfrm>
            <a:off x="281383" y="1811505"/>
            <a:ext cx="2886075" cy="3180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4">
            <a:extLst>
              <a:ext uri="{FF2B5EF4-FFF2-40B4-BE49-F238E27FC236}">
                <a16:creationId xmlns:a16="http://schemas.microsoft.com/office/drawing/2014/main" id="{EED208F2-AFA1-594B-A780-42C6F734EA6D}"/>
              </a:ext>
            </a:extLst>
          </p:cNvPr>
          <p:cNvSpPr/>
          <p:nvPr/>
        </p:nvSpPr>
        <p:spPr>
          <a:xfrm>
            <a:off x="1348183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4C12D-6D97-AA46-FEC1-73A70C4CE952}"/>
              </a:ext>
            </a:extLst>
          </p:cNvPr>
          <p:cNvSpPr txBox="1"/>
          <p:nvPr/>
        </p:nvSpPr>
        <p:spPr>
          <a:xfrm>
            <a:off x="1357709" y="147761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39922B81-B152-4647-DA2D-38DAC987A169}"/>
              </a:ext>
            </a:extLst>
          </p:cNvPr>
          <p:cNvSpPr/>
          <p:nvPr/>
        </p:nvSpPr>
        <p:spPr>
          <a:xfrm>
            <a:off x="3363934" y="1811505"/>
            <a:ext cx="2886075" cy="31805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BA876D1-4F7C-53F2-5298-4E292441278C}"/>
              </a:ext>
            </a:extLst>
          </p:cNvPr>
          <p:cNvSpPr txBox="1">
            <a:spLocks/>
          </p:cNvSpPr>
          <p:nvPr/>
        </p:nvSpPr>
        <p:spPr>
          <a:xfrm>
            <a:off x="3363933" y="2249654"/>
            <a:ext cx="2809876" cy="266700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F5517632-BBCA-CB91-AF9D-33468C633A8D}"/>
              </a:ext>
            </a:extLst>
          </p:cNvPr>
          <p:cNvSpPr/>
          <p:nvPr/>
        </p:nvSpPr>
        <p:spPr>
          <a:xfrm>
            <a:off x="4430734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20322-3DA3-6965-191B-5AB30F8EB235}"/>
              </a:ext>
            </a:extLst>
          </p:cNvPr>
          <p:cNvSpPr txBox="1"/>
          <p:nvPr/>
        </p:nvSpPr>
        <p:spPr>
          <a:xfrm>
            <a:off x="4440260" y="146773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683E73E9-FA81-530C-017E-0037E2586A1D}"/>
              </a:ext>
            </a:extLst>
          </p:cNvPr>
          <p:cNvSpPr/>
          <p:nvPr/>
        </p:nvSpPr>
        <p:spPr>
          <a:xfrm>
            <a:off x="6453583" y="1811505"/>
            <a:ext cx="2886075" cy="3180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CFB6665-209A-920A-A9AC-CC1109186FF9}"/>
              </a:ext>
            </a:extLst>
          </p:cNvPr>
          <p:cNvSpPr txBox="1">
            <a:spLocks/>
          </p:cNvSpPr>
          <p:nvPr/>
        </p:nvSpPr>
        <p:spPr>
          <a:xfrm>
            <a:off x="6453582" y="2249654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consectetur adipiscing elit, sed do eiusmod tempor incididunt ut labore et dolore magna aliqua. </a:t>
            </a:r>
          </a:p>
          <a:p>
            <a:r>
              <a:rPr lang="en-US">
                <a:solidFill>
                  <a:schemeClr val="bg1"/>
                </a:solidFill>
              </a:rPr>
              <a:t>Ut enim ad minim veniam, quis nostrud exercitation ullamco laboris nisi ut aliquip ex ea commodo consequat. </a:t>
            </a:r>
          </a:p>
          <a:p>
            <a:r>
              <a:rPr lang="en-US">
                <a:solidFill>
                  <a:schemeClr val="bg1"/>
                </a:solidFill>
              </a:rPr>
              <a:t>Duis aute irure dolor in reprehenderit in voluptate velit esse cillum dolore eu fugiat nulla pariatur.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Овал 12">
            <a:extLst>
              <a:ext uri="{FF2B5EF4-FFF2-40B4-BE49-F238E27FC236}">
                <a16:creationId xmlns:a16="http://schemas.microsoft.com/office/drawing/2014/main" id="{17EFAC16-E4E8-8D74-941C-5F67F6D8A533}"/>
              </a:ext>
            </a:extLst>
          </p:cNvPr>
          <p:cNvSpPr/>
          <p:nvPr/>
        </p:nvSpPr>
        <p:spPr>
          <a:xfrm>
            <a:off x="7520383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5B968-1F68-1E47-4F85-76F4595FCABC}"/>
              </a:ext>
            </a:extLst>
          </p:cNvPr>
          <p:cNvSpPr txBox="1"/>
          <p:nvPr/>
        </p:nvSpPr>
        <p:spPr>
          <a:xfrm>
            <a:off x="7529908" y="1466960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0F2E71A0-F61C-E4E7-58F0-E764A14A61C3}"/>
              </a:ext>
            </a:extLst>
          </p:cNvPr>
          <p:cNvSpPr txBox="1">
            <a:spLocks/>
          </p:cNvSpPr>
          <p:nvPr/>
        </p:nvSpPr>
        <p:spPr>
          <a:xfrm>
            <a:off x="306779" y="2249654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0CB3603-5B62-4B89-B112-45725E55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187</Words>
  <Application>Microsoft Office PowerPoint</Application>
  <PresentationFormat>Широкоэкранный</PresentationFormat>
  <Paragraphs>14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Вставьте заголовок слайда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Клавиатура на светлом фоне, шаблон презентации с сайта presentation-creation.ru</dc:title>
  <dc:creator>User Obstinate</dc:creator>
  <cp:lastModifiedBy>denis_t06@mail.ru</cp:lastModifiedBy>
  <cp:revision>45</cp:revision>
  <dcterms:created xsi:type="dcterms:W3CDTF">2023-08-23T11:31:43Z</dcterms:created>
  <dcterms:modified xsi:type="dcterms:W3CDTF">2026-07-23T14:36:26Z</dcterms:modified>
</cp:coreProperties>
</file>