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A"/>
    <a:srgbClr val="FAFAFC"/>
    <a:srgbClr val="6B26DB"/>
    <a:srgbClr val="030540"/>
    <a:srgbClr val="1E645A"/>
    <a:srgbClr val="EE4C59"/>
    <a:srgbClr val="0275B6"/>
    <a:srgbClr val="036686"/>
    <a:srgbClr val="260556"/>
    <a:srgbClr val="0305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75" y="41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92" y="468545"/>
            <a:ext cx="8035608" cy="1450537"/>
          </a:xfrm>
        </p:spPr>
        <p:txBody>
          <a:bodyPr anchor="ctr"/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029" y="2167131"/>
            <a:ext cx="6960442" cy="9509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1" y="141397"/>
            <a:ext cx="11157995" cy="1325563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81" y="1672552"/>
            <a:ext cx="9306047" cy="447820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8350" y="270144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5766-B485-1B60-B913-C79592F3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Прямоугольник: усеченные верхние углы 36">
            <a:extLst>
              <a:ext uri="{FF2B5EF4-FFF2-40B4-BE49-F238E27FC236}">
                <a16:creationId xmlns:a16="http://schemas.microsoft.com/office/drawing/2014/main" id="{7CEDBC31-5CBA-6E15-031F-A823D63359C5}"/>
              </a:ext>
            </a:extLst>
          </p:cNvPr>
          <p:cNvSpPr/>
          <p:nvPr/>
        </p:nvSpPr>
        <p:spPr>
          <a:xfrm>
            <a:off x="1584662" y="2487431"/>
            <a:ext cx="1456887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усеченные верхние углы 30">
            <a:extLst>
              <a:ext uri="{FF2B5EF4-FFF2-40B4-BE49-F238E27FC236}">
                <a16:creationId xmlns:a16="http://schemas.microsoft.com/office/drawing/2014/main" id="{38EB648B-F5D7-2677-31C6-6B0C18A155F8}"/>
              </a:ext>
            </a:extLst>
          </p:cNvPr>
          <p:cNvSpPr/>
          <p:nvPr/>
        </p:nvSpPr>
        <p:spPr>
          <a:xfrm>
            <a:off x="4459834" y="2487431"/>
            <a:ext cx="1453991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усеченные верхние углы 24">
            <a:extLst>
              <a:ext uri="{FF2B5EF4-FFF2-40B4-BE49-F238E27FC236}">
                <a16:creationId xmlns:a16="http://schemas.microsoft.com/office/drawing/2014/main" id="{7AC34EA3-0E11-5930-3BD7-1F9BD019581A}"/>
              </a:ext>
            </a:extLst>
          </p:cNvPr>
          <p:cNvSpPr/>
          <p:nvPr/>
        </p:nvSpPr>
        <p:spPr>
          <a:xfrm>
            <a:off x="7109595" y="2493055"/>
            <a:ext cx="1462499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усеченные верхние углы 18">
            <a:extLst>
              <a:ext uri="{FF2B5EF4-FFF2-40B4-BE49-F238E27FC236}">
                <a16:creationId xmlns:a16="http://schemas.microsoft.com/office/drawing/2014/main" id="{0397A4A1-4346-4A43-5F89-57795A94ECB6}"/>
              </a:ext>
            </a:extLst>
          </p:cNvPr>
          <p:cNvSpPr/>
          <p:nvPr/>
        </p:nvSpPr>
        <p:spPr>
          <a:xfrm>
            <a:off x="9702251" y="2493057"/>
            <a:ext cx="1453500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ED6EEE53-7C7D-0A87-C3C5-C9F7CDD53FC6}"/>
              </a:ext>
            </a:extLst>
          </p:cNvPr>
          <p:cNvSpPr/>
          <p:nvPr/>
        </p:nvSpPr>
        <p:spPr>
          <a:xfrm>
            <a:off x="0" y="2761157"/>
            <a:ext cx="12087251" cy="1622860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49841235-6D2D-8871-D9FF-8CDBF9691060}"/>
              </a:ext>
            </a:extLst>
          </p:cNvPr>
          <p:cNvSpPr/>
          <p:nvPr/>
        </p:nvSpPr>
        <p:spPr>
          <a:xfrm>
            <a:off x="754451" y="2803864"/>
            <a:ext cx="10515600" cy="1537447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0" name="Полилиния: фигура 14">
            <a:extLst>
              <a:ext uri="{FF2B5EF4-FFF2-40B4-BE49-F238E27FC236}">
                <a16:creationId xmlns:a16="http://schemas.microsoft.com/office/drawing/2014/main" id="{715FA5D7-A2B3-8A4A-5166-431DD6A6B908}"/>
              </a:ext>
            </a:extLst>
          </p:cNvPr>
          <p:cNvSpPr/>
          <p:nvPr/>
        </p:nvSpPr>
        <p:spPr>
          <a:xfrm rot="5400000">
            <a:off x="9270399" y="3324061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1" name="Прямоугольник 19">
            <a:extLst>
              <a:ext uri="{FF2B5EF4-FFF2-40B4-BE49-F238E27FC236}">
                <a16:creationId xmlns:a16="http://schemas.microsoft.com/office/drawing/2014/main" id="{C024D95A-7D90-2019-190B-E0EFAC88303C}"/>
              </a:ext>
            </a:extLst>
          </p:cNvPr>
          <p:cNvSpPr/>
          <p:nvPr/>
        </p:nvSpPr>
        <p:spPr>
          <a:xfrm>
            <a:off x="8283965" y="3597493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2" name="Прямоугольник 20">
            <a:extLst>
              <a:ext uri="{FF2B5EF4-FFF2-40B4-BE49-F238E27FC236}">
                <a16:creationId xmlns:a16="http://schemas.microsoft.com/office/drawing/2014/main" id="{1AF7889A-96A3-D35A-7966-32BCD4F1A87A}"/>
              </a:ext>
            </a:extLst>
          </p:cNvPr>
          <p:cNvSpPr/>
          <p:nvPr/>
        </p:nvSpPr>
        <p:spPr>
          <a:xfrm>
            <a:off x="8418965" y="3295727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3" name="Прямоугольник 21">
            <a:extLst>
              <a:ext uri="{FF2B5EF4-FFF2-40B4-BE49-F238E27FC236}">
                <a16:creationId xmlns:a16="http://schemas.microsoft.com/office/drawing/2014/main" id="{B88663E6-FD87-D547-B341-E502844CC655}"/>
              </a:ext>
            </a:extLst>
          </p:cNvPr>
          <p:cNvSpPr/>
          <p:nvPr/>
        </p:nvSpPr>
        <p:spPr>
          <a:xfrm rot="16200000">
            <a:off x="9440852" y="3341754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1</a:t>
            </a:r>
          </a:p>
        </p:txBody>
      </p:sp>
      <p:pic>
        <p:nvPicPr>
          <p:cNvPr id="14" name="Рисунок 23">
            <a:extLst>
              <a:ext uri="{FF2B5EF4-FFF2-40B4-BE49-F238E27FC236}">
                <a16:creationId xmlns:a16="http://schemas.microsoft.com/office/drawing/2014/main" id="{74CA7642-48AA-798C-CF66-6315BBFC6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1419" y="2898628"/>
            <a:ext cx="404429" cy="404429"/>
          </a:xfrm>
          <a:prstGeom prst="rect">
            <a:avLst/>
          </a:prstGeom>
        </p:spPr>
      </p:pic>
      <p:sp>
        <p:nvSpPr>
          <p:cNvPr id="15" name="Полилиния: фигура 25">
            <a:extLst>
              <a:ext uri="{FF2B5EF4-FFF2-40B4-BE49-F238E27FC236}">
                <a16:creationId xmlns:a16="http://schemas.microsoft.com/office/drawing/2014/main" id="{379CA9EC-1B4B-8E04-6DD2-BF7472D5D881}"/>
              </a:ext>
            </a:extLst>
          </p:cNvPr>
          <p:cNvSpPr/>
          <p:nvPr/>
        </p:nvSpPr>
        <p:spPr>
          <a:xfrm rot="5400000">
            <a:off x="6677744" y="3324059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6" name="Прямоугольник 26">
            <a:extLst>
              <a:ext uri="{FF2B5EF4-FFF2-40B4-BE49-F238E27FC236}">
                <a16:creationId xmlns:a16="http://schemas.microsoft.com/office/drawing/2014/main" id="{B1288AD3-9BA6-3213-67F9-FA3413E1320E}"/>
              </a:ext>
            </a:extLst>
          </p:cNvPr>
          <p:cNvSpPr/>
          <p:nvPr/>
        </p:nvSpPr>
        <p:spPr>
          <a:xfrm>
            <a:off x="5691310" y="3597491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7" name="Прямоугольник 27">
            <a:extLst>
              <a:ext uri="{FF2B5EF4-FFF2-40B4-BE49-F238E27FC236}">
                <a16:creationId xmlns:a16="http://schemas.microsoft.com/office/drawing/2014/main" id="{5BAA8C13-B757-728A-1C5E-9865FB98E9EF}"/>
              </a:ext>
            </a:extLst>
          </p:cNvPr>
          <p:cNvSpPr/>
          <p:nvPr/>
        </p:nvSpPr>
        <p:spPr>
          <a:xfrm>
            <a:off x="5826310" y="3295725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8" name="Прямоугольник 28">
            <a:extLst>
              <a:ext uri="{FF2B5EF4-FFF2-40B4-BE49-F238E27FC236}">
                <a16:creationId xmlns:a16="http://schemas.microsoft.com/office/drawing/2014/main" id="{2368654A-7453-9DC4-426F-007781EC2A6F}"/>
              </a:ext>
            </a:extLst>
          </p:cNvPr>
          <p:cNvSpPr/>
          <p:nvPr/>
        </p:nvSpPr>
        <p:spPr>
          <a:xfrm rot="16200000">
            <a:off x="6848197" y="3341752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2</a:t>
            </a:r>
          </a:p>
        </p:txBody>
      </p:sp>
      <p:pic>
        <p:nvPicPr>
          <p:cNvPr id="19" name="Рисунок 29">
            <a:extLst>
              <a:ext uri="{FF2B5EF4-FFF2-40B4-BE49-F238E27FC236}">
                <a16:creationId xmlns:a16="http://schemas.microsoft.com/office/drawing/2014/main" id="{61A32693-11AA-5282-5795-505020DE3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98764" y="2898626"/>
            <a:ext cx="404429" cy="404429"/>
          </a:xfrm>
          <a:prstGeom prst="rect">
            <a:avLst/>
          </a:prstGeom>
        </p:spPr>
      </p:pic>
      <p:sp>
        <p:nvSpPr>
          <p:cNvPr id="20" name="Полилиния: фигура 31">
            <a:extLst>
              <a:ext uri="{FF2B5EF4-FFF2-40B4-BE49-F238E27FC236}">
                <a16:creationId xmlns:a16="http://schemas.microsoft.com/office/drawing/2014/main" id="{53297310-633C-8A97-5F44-1F227409FBAD}"/>
              </a:ext>
            </a:extLst>
          </p:cNvPr>
          <p:cNvSpPr/>
          <p:nvPr/>
        </p:nvSpPr>
        <p:spPr>
          <a:xfrm rot="5400000">
            <a:off x="4027983" y="3318435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1" name="Прямоугольник 32">
            <a:extLst>
              <a:ext uri="{FF2B5EF4-FFF2-40B4-BE49-F238E27FC236}">
                <a16:creationId xmlns:a16="http://schemas.microsoft.com/office/drawing/2014/main" id="{EC919BE2-D167-FB50-63A9-C1D30A403706}"/>
              </a:ext>
            </a:extLst>
          </p:cNvPr>
          <p:cNvSpPr/>
          <p:nvPr/>
        </p:nvSpPr>
        <p:spPr>
          <a:xfrm>
            <a:off x="3041549" y="3591867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2" name="Прямоугольник 33">
            <a:extLst>
              <a:ext uri="{FF2B5EF4-FFF2-40B4-BE49-F238E27FC236}">
                <a16:creationId xmlns:a16="http://schemas.microsoft.com/office/drawing/2014/main" id="{F643B6B7-A77E-D208-64EC-34E6C0D763C1}"/>
              </a:ext>
            </a:extLst>
          </p:cNvPr>
          <p:cNvSpPr/>
          <p:nvPr/>
        </p:nvSpPr>
        <p:spPr>
          <a:xfrm>
            <a:off x="3176549" y="3290101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3" name="Прямоугольник 34">
            <a:extLst>
              <a:ext uri="{FF2B5EF4-FFF2-40B4-BE49-F238E27FC236}">
                <a16:creationId xmlns:a16="http://schemas.microsoft.com/office/drawing/2014/main" id="{DD0A7D0B-6370-A4CD-83BC-9F1C8BC41A27}"/>
              </a:ext>
            </a:extLst>
          </p:cNvPr>
          <p:cNvSpPr/>
          <p:nvPr/>
        </p:nvSpPr>
        <p:spPr>
          <a:xfrm rot="16200000">
            <a:off x="4198436" y="3336128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3</a:t>
            </a:r>
          </a:p>
        </p:txBody>
      </p:sp>
      <p:pic>
        <p:nvPicPr>
          <p:cNvPr id="24" name="Рисунок 35">
            <a:extLst>
              <a:ext uri="{FF2B5EF4-FFF2-40B4-BE49-F238E27FC236}">
                <a16:creationId xmlns:a16="http://schemas.microsoft.com/office/drawing/2014/main" id="{754EAEAA-A0A2-233D-0022-91226F7AB7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9003" y="2893002"/>
            <a:ext cx="404429" cy="404429"/>
          </a:xfrm>
          <a:prstGeom prst="rect">
            <a:avLst/>
          </a:prstGeom>
        </p:spPr>
      </p:pic>
      <p:sp>
        <p:nvSpPr>
          <p:cNvPr id="25" name="Полилиния: фигура 37">
            <a:extLst>
              <a:ext uri="{FF2B5EF4-FFF2-40B4-BE49-F238E27FC236}">
                <a16:creationId xmlns:a16="http://schemas.microsoft.com/office/drawing/2014/main" id="{AA572C92-C4A7-AFEF-AB71-4042F02F814C}"/>
              </a:ext>
            </a:extLst>
          </p:cNvPr>
          <p:cNvSpPr/>
          <p:nvPr/>
        </p:nvSpPr>
        <p:spPr>
          <a:xfrm rot="5400000">
            <a:off x="1152811" y="3318435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6" name="Прямоугольник 38">
            <a:extLst>
              <a:ext uri="{FF2B5EF4-FFF2-40B4-BE49-F238E27FC236}">
                <a16:creationId xmlns:a16="http://schemas.microsoft.com/office/drawing/2014/main" id="{B9A6B602-2D15-744A-E372-F199C77D8547}"/>
              </a:ext>
            </a:extLst>
          </p:cNvPr>
          <p:cNvSpPr/>
          <p:nvPr/>
        </p:nvSpPr>
        <p:spPr>
          <a:xfrm>
            <a:off x="102833" y="3591867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7" name="Прямоугольник 39">
            <a:extLst>
              <a:ext uri="{FF2B5EF4-FFF2-40B4-BE49-F238E27FC236}">
                <a16:creationId xmlns:a16="http://schemas.microsoft.com/office/drawing/2014/main" id="{CA40606D-D342-EF4E-DAE4-CE365E1450C0}"/>
              </a:ext>
            </a:extLst>
          </p:cNvPr>
          <p:cNvSpPr/>
          <p:nvPr/>
        </p:nvSpPr>
        <p:spPr>
          <a:xfrm>
            <a:off x="301377" y="3290101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8" name="Прямоугольник 40">
            <a:extLst>
              <a:ext uri="{FF2B5EF4-FFF2-40B4-BE49-F238E27FC236}">
                <a16:creationId xmlns:a16="http://schemas.microsoft.com/office/drawing/2014/main" id="{B1BC3377-F1C7-5B9D-A102-EDFA669A0517}"/>
              </a:ext>
            </a:extLst>
          </p:cNvPr>
          <p:cNvSpPr/>
          <p:nvPr/>
        </p:nvSpPr>
        <p:spPr>
          <a:xfrm rot="16200000">
            <a:off x="1323264" y="3336128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4</a:t>
            </a:r>
          </a:p>
        </p:txBody>
      </p:sp>
      <p:pic>
        <p:nvPicPr>
          <p:cNvPr id="29" name="Рисунок 41">
            <a:extLst>
              <a:ext uri="{FF2B5EF4-FFF2-40B4-BE49-F238E27FC236}">
                <a16:creationId xmlns:a16="http://schemas.microsoft.com/office/drawing/2014/main" id="{8129ACDA-812E-5752-B3CC-1DABBA0AB9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73831" y="2893002"/>
            <a:ext cx="404429" cy="404429"/>
          </a:xfrm>
          <a:prstGeom prst="rect">
            <a:avLst/>
          </a:prstGeom>
        </p:spPr>
      </p:pic>
      <p:sp>
        <p:nvSpPr>
          <p:cNvPr id="30" name="Нижний колонтитул 4">
            <a:extLst>
              <a:ext uri="{FF2B5EF4-FFF2-40B4-BE49-F238E27FC236}">
                <a16:creationId xmlns:a16="http://schemas.microsoft.com/office/drawing/2014/main" id="{95DC84D5-AAF8-4F02-AAE2-DF89E88B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98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62</Words>
  <Application>Microsoft Office PowerPoint</Application>
  <PresentationFormat>Широкоэкранный</PresentationFormat>
  <Paragraphs>14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Вставьте заголовок слайда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Клавиатура на светлом фоне, шаблон презентации с сайта presentation-creation.ru</dc:title>
  <dc:creator>User Obstinate</dc:creator>
  <cp:lastModifiedBy>denis_t06@mail.ru</cp:lastModifiedBy>
  <cp:revision>46</cp:revision>
  <dcterms:created xsi:type="dcterms:W3CDTF">2023-08-23T11:31:43Z</dcterms:created>
  <dcterms:modified xsi:type="dcterms:W3CDTF">2026-07-23T14:37:29Z</dcterms:modified>
</cp:coreProperties>
</file>