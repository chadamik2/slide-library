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A"/>
    <a:srgbClr val="FAFAFC"/>
    <a:srgbClr val="6B26DB"/>
    <a:srgbClr val="030540"/>
    <a:srgbClr val="1E645A"/>
    <a:srgbClr val="EE4C59"/>
    <a:srgbClr val="0275B6"/>
    <a:srgbClr val="036686"/>
    <a:srgbClr val="260556"/>
    <a:srgbClr val="0305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75" y="41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2" y="468545"/>
            <a:ext cx="8035608" cy="1450537"/>
          </a:xfrm>
        </p:spPr>
        <p:txBody>
          <a:bodyPr anchor="ctr"/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29" y="2167131"/>
            <a:ext cx="6960442" cy="9509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1" y="141397"/>
            <a:ext cx="11157995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81" y="1672552"/>
            <a:ext cx="9306047" cy="44782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4B5C-654E-4EFA-75E7-5F090565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3BA5646E-11C3-3436-4AB6-EF10748F3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6656555"/>
              </p:ext>
            </p:extLst>
          </p:nvPr>
        </p:nvGraphicFramePr>
        <p:xfrm>
          <a:off x="400790" y="1663156"/>
          <a:ext cx="8334704" cy="360471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83676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083676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083676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083676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8CD8B-54E9-4D85-9B58-B5678767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12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66</Words>
  <Application>Microsoft Office PowerPoint</Application>
  <PresentationFormat>Широкоэкранный</PresentationFormat>
  <Paragraphs>30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Вставьте заголовок слайда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Клавиатура на светлом фоне, шаблон презентации с сайта presentation-creation.ru</dc:title>
  <dc:creator>User Obstinate</dc:creator>
  <cp:lastModifiedBy>denis_t06@mail.ru</cp:lastModifiedBy>
  <cp:revision>45</cp:revision>
  <dcterms:created xsi:type="dcterms:W3CDTF">2023-08-23T11:31:43Z</dcterms:created>
  <dcterms:modified xsi:type="dcterms:W3CDTF">2026-07-23T14:38:55Z</dcterms:modified>
</cp:coreProperties>
</file>