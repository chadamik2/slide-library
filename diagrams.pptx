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CFA"/>
    <a:srgbClr val="FAFAFC"/>
    <a:srgbClr val="6B26DB"/>
    <a:srgbClr val="030540"/>
    <a:srgbClr val="1E645A"/>
    <a:srgbClr val="EE4C59"/>
    <a:srgbClr val="0275B6"/>
    <a:srgbClr val="036686"/>
    <a:srgbClr val="260556"/>
    <a:srgbClr val="0305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75" y="417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Заголовок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61-4A46-9F5B-38804C3144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61-4A46-9F5B-38804C3144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61-4A46-9F5B-38804C31442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1768063"/>
        <c:axId val="91768543"/>
      </c:barChart>
      <c:catAx>
        <c:axId val="91768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1768543"/>
        <c:crosses val="autoZero"/>
        <c:auto val="1"/>
        <c:lblAlgn val="ctr"/>
        <c:lblOffset val="100"/>
        <c:noMultiLvlLbl val="0"/>
      </c:catAx>
      <c:valAx>
        <c:axId val="91768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1768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F3267-1025-8F97-84C7-6D6F1B26E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792" y="468545"/>
            <a:ext cx="8035608" cy="1450537"/>
          </a:xfrm>
        </p:spPr>
        <p:txBody>
          <a:bodyPr anchor="ctr"/>
          <a:lstStyle>
            <a:lvl1pPr algn="ctr"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DCCD8-336F-5B6E-3D7A-C197ADC4E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029" y="2167131"/>
            <a:ext cx="6960442" cy="9509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66868-B6E3-0C7F-2F98-44ABA83AC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8A31D-2EA7-2D07-4E55-942D8EA0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91F7A-BA25-9C40-5147-632CDA97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74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0B68-8F96-411F-AAE8-9EEC655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181" y="141397"/>
            <a:ext cx="11157995" cy="1325563"/>
          </a:xfrm>
        </p:spPr>
        <p:txBody>
          <a:bodyPr/>
          <a:lstStyle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2A2F1-E7B1-7893-5A19-AD14132A4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181" y="1672552"/>
            <a:ext cx="9306047" cy="447820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DC211-E2B1-0E8A-9CDA-F7BF249D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0AE10-595B-BA4F-757F-0D952E49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7ECD9-62AD-2ED3-0DE8-5C33549B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40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3C622-07CE-1784-8746-BAEE04C6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0F502-C499-4611-3F82-6450B1736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7542D-213D-02E1-AF6C-9E29A8C0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D7B38-E6A4-7E3C-B690-CBC6DD3B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6065C-AD2A-D8F0-1E2D-D2CD813C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12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2446-78F4-64D9-3BCE-B9B91273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A39EB-795F-5834-CDD8-29B155F00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D5F12-8ED9-32B4-BB3B-3E01DD801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E1BD5-5603-A051-14D1-A7C4B24E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FE315-FA80-84A9-E1B9-8416AA27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26ED5-2606-B40D-F5E5-77149B7C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67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81981-2075-0694-7437-B911A70A2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CD91A-0078-E00B-DD0A-4AC86EE9F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177F6-3FB6-7F47-4026-151E329E5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AFA44-ED3A-4C88-36DE-546D666C8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2EF0E0-4204-8A2D-788E-8A68A484D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AF9F21-2C53-54FC-954A-28888E028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40D8F-3FF1-B013-9E23-0F5CCA6B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B5BFD-34E4-920A-D0E3-75F10FB14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02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DA88-B122-214E-B5E0-E3180B2C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150FF-7599-CC84-9385-2CE339615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DBD902-BE9F-D468-C220-5A6EE243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1DB4D-98BF-AEC3-954C-FFA43138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70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25A582-B8F3-D896-3894-4126EE55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BD34A-A509-1A8E-7751-54B78A86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B74E2-6255-3BF7-E53A-CF19F0BB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2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4AF3-E71C-F0BC-1964-F4E4F97F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0028-AA70-4D34-B623-DCA42E476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5CAC5-73A4-6A14-2862-26B2F34F2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9F47A-338A-F9B4-C5BC-E36C58807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6B6B3-E169-2693-1A50-7F8EF0E8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D5CC7-2DD3-61E1-014C-07FA3810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83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03ECE-CB5B-3F96-328B-747AA9D5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46DD8-16C2-0AB0-7CDB-92680FFCF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036F4-98F8-A308-233D-A211459D9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9AFC1-D75B-EA63-8936-6E709A93A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98E78-E48C-49E2-1978-305BC5E9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84CEC-2C05-0F62-428F-0939AE6F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51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B172-37AB-9C92-E2CC-164192D1A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9AD25-74B4-0B23-D1B7-4CBC09AF6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BB94A-F3EB-BFBF-0786-30CF4020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AD872-9F34-8E29-3901-E7F41D582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252B0-F413-AEE1-65A4-72BC80A5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75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0364E3-DEFE-384E-874E-CFE6BAB5B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3B02D-7CF6-A0EA-23CD-25518099C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58812-845A-DBCA-0E6E-58A42D9F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A56FF-DD40-2CB9-0030-B9FBA70F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D17E0-69B1-A6AD-2312-C86F3657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79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presentation-creation.ru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135E0D-0038-412F-7A8E-40CEC6373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ABF78-79CA-46B4-C1B2-3891D2DC1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C76DF-8B83-4025-02A8-3BE948E65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5384C-6B6C-EDC3-46C0-9BFB44D79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CD001-6171-B71F-A678-1D1A06DAF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3"/>
            <a:extLst>
              <a:ext uri="{FF2B5EF4-FFF2-40B4-BE49-F238E27FC236}">
                <a16:creationId xmlns:a16="http://schemas.microsoft.com/office/drawing/2014/main" id="{897A19B5-97F5-4E9A-1613-D5654B987D4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98350" y="270144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92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46C5-CB81-133A-7209-67F060B2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72BFB90-CB86-4BDA-B44A-2F7B9E624F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5140165"/>
              </p:ext>
            </p:extLst>
          </p:nvPr>
        </p:nvGraphicFramePr>
        <p:xfrm>
          <a:off x="281383" y="1414031"/>
          <a:ext cx="8739352" cy="4102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8094B4-1A73-4BA3-9A0B-C9BA5EE0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91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11</Words>
  <Application>Microsoft Office PowerPoint</Application>
  <PresentationFormat>Широкоэкранный</PresentationFormat>
  <Paragraphs>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Вставьте заголовок слайда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Клавиатура на светлом фоне, шаблон презентации с сайта presentation-creation.ru</dc:title>
  <dc:creator>User Obstinate</dc:creator>
  <cp:lastModifiedBy>denis_t06@mail.ru</cp:lastModifiedBy>
  <cp:revision>45</cp:revision>
  <dcterms:created xsi:type="dcterms:W3CDTF">2023-08-23T11:31:43Z</dcterms:created>
  <dcterms:modified xsi:type="dcterms:W3CDTF">2026-07-23T14:37:02Z</dcterms:modified>
</cp:coreProperties>
</file>